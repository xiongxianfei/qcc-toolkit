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5W2H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QCC method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46520" y="1325880"/>
            <a:ext cx="4709160" cy="1143000"/>
          </a:xfrm>
          <a:prstGeom prst="rect">
            <a:avLst/>
          </a:prstGeom>
          <a:solidFill>
            <a:srgbClr val="EEF4F3"/>
          </a:solidFill>
          <a:ln>
            <a:solidFill>
              <a:srgbClr val="AAC3BE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200" b="0">
                <a:solidFill>
                  <a:srgbClr val="2D3741"/>
                </a:solidFill>
              </a:rPr>
              <a:t>template_id: 5w2h_method_template
method_id: 5w2h
qcc_stage: Define Problem
{{method_name}} | {{qcc_stage}} | {{demo_label}}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1143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232D37"/>
                </a:solidFill>
              </a:rPr>
              <a:t>Turn a broad issue into a concrete problem statement.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Template rules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teaches and presents.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Markdown governs method knowledge.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generates data-dependent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Final project slides must preserve evidence references.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{{what}}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{{why}}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{{where}}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{{when}}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{{who}}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{{how}}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{{how_much}}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5w2h_method_template | 5w2h | Final data-dependent evidence belongs in the evidence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DATA ENTRY - replace 5W2H answers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5W2H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57200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Change data only - keep layout and labels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54864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54292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Field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Project answer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What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Packing labels are applied incorrectly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Why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Creates rework and shipment delay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Where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Final packing station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When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Baseline week 2026-07-01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Who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Packing team and QC reviewer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How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Wrong SKU label selected before boxing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How much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42 wrong-label cases in baseline week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645920"/>
            <a:ext cx="4937760" cy="434340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How to use this template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the sample rows with project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the method labels and review fields.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Move the summarized result into the project slide.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Preserve evidence notes for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5w2h_method_template | 5w2h | Final data-dependent evidence belongs in the evidence package.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DEMO EXAMPLE - not project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5W2H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38404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DEMO EXAMPLE - not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Demo structure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Change data only: replace the answer cells.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What: {{what}}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Why: {{why}}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Where: {{where}}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When: {{when}}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Who: {{who}}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How: {{how}}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How much: {{how_much}}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{{what}}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{{why}}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{{where}}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{{when}}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{{who}}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{{how}}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{{how_much}}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5w2h_method_template | 5w2h | Final data-dependent evidence belongs in the evidence package.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Project 5W2H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5W2H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7548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Replace demo content with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Project slide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only the project answer cells.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Use the result as the problem statement source.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Avoid unsupported causes or solutions in this slide.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{{what}}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{{why}}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{{where}}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{{when}}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{{who}}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{{how}}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{{how_much}}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5w2h_method_template | 5w2h | Final data-dependent evidence belongs in the evidence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5W2H QCC Method Template</dc:title>
  <dc:subject>QCC Toolkit method template</dc:subject>
  <dc:creator/>
  <cp:keywords>qcc, 5w2h, 5w2h_method_template, DEMO EXAMPLE</cp:keywords>
  <dc:description>Generated by tools/build_ppt_templates.py from template catalog and reviewable Markdown source notes.</dc:description>
  <cp:lastModifiedBy>QCC Toolkit</cp:lastModifiedBy>
  <cp:revision>1</cp:revision>
  <dcterms:created xsi:type="dcterms:W3CDTF">2026-07-08T00:00:00Z</dcterms:created>
  <dcterms:modified xsi:type="dcterms:W3CDTF">2026-07-08T00:00:00Z</dcterms:modified>
  <cp:category/>
</cp:coreProperties>
</file>