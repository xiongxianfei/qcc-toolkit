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5W2H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5w2h_method_template
method_id: 5w2h
qcc_stage: Define Problem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Turn a broad issue into a concrete problem statement.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5W2H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What: 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Why: 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Where: 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When: 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Who: 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How: 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How much: {{how_much}}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5W2H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5W2H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Fill the 5W2H fields from project facts.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the result as the problem statement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Avoid unsupported causes or solutions in this slide.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{{what}}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{{where}}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{{when}}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{{who}}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{{how_much}}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5w2h_method_template | 5w2h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5W2H QCC Method Template</dc:title>
  <dc:subject>QCC Toolkit method template</dc:subject>
  <dc:creator/>
  <cp:keywords>qcc, 5w2h, 5w2h_method_template,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