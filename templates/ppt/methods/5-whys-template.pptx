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5 Whys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QCC method template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46520" y="1325880"/>
            <a:ext cx="4709160" cy="1143000"/>
          </a:xfrm>
          <a:prstGeom prst="rect">
            <a:avLst/>
          </a:prstGeom>
          <a:solidFill>
            <a:srgbClr val="EEF4F3"/>
          </a:solidFill>
          <a:ln>
            <a:solidFill>
              <a:srgbClr val="AAC3BE"/>
            </a:solidFill>
          </a:ln>
        </p:spPr>
        <p:txBody>
          <a:bodyPr wrap="square" lIns="73152" rIns="73152">
            <a:spAutoFit/>
          </a:bodyPr>
          <a:lstStyle/>
          <a:p>
            <a:r>
              <a:rPr sz="1200" b="0">
                <a:solidFill>
                  <a:srgbClr val="2D3741"/>
                </a:solidFill>
              </a:rPr>
              <a:t>template_id: 5_whys_method_template
method_id: 5_whys
qcc_stage: Analyze Causes
{{method_name}} | {{qcc_stage}} | {{demo_label}}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5120640" cy="11430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232D37"/>
                </a:solidFill>
              </a:rPr>
              <a:t>Purpose: trace a problem through evidence-backed why links.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063240"/>
            <a:ext cx="5303520" cy="23774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Template rules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PowerPoint teaches and presents.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Markdown governs method knowledge.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Python generates data-dependent evidence.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Final project slides must preserve evidence references.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3063240"/>
            <a:ext cx="5303520" cy="23774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Placeholders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{{method_name}}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{{qcc_stage}}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{{demo_label}}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{{problem}}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{{why_chain}}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{{root_cause}}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{{verification}}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5_whys_method_template | 5_whys | Final data-dependent evidence belongs in the evidence package.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DATA ENTRY - replace why-chain answers only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5 Whys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051560"/>
            <a:ext cx="4572000" cy="329184"/>
          </a:xfrm>
          <a:prstGeom prst="roundRect">
            <a:avLst/>
          </a:prstGeom>
          <a:solidFill>
            <a:srgbClr val="FFF2CC"/>
          </a:solidFill>
          <a:ln>
            <a:solidFill>
              <a:srgbClr val="D69F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664B11"/>
                </a:solidFill>
              </a:rPr>
              <a:t>Change data only - keep layout and labels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45920"/>
          <a:ext cx="548640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62048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FFFFFF"/>
                          </a:solidFill>
                        </a:defRPr>
                      </a:pPr>
                      <a:r>
                        <a:t>Step</a:t>
                      </a:r>
                    </a:p>
                  </a:txBody>
                  <a:tcPr marL="45720" marR="45720" marT="27432" marB="27432">
                    <a:solidFill>
                      <a:srgbClr val="427E7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FFFFFF"/>
                          </a:solidFill>
                        </a:defRPr>
                      </a:pPr>
                      <a:r>
                        <a:t>Why answer</a:t>
                      </a:r>
                    </a:p>
                  </a:txBody>
                  <a:tcPr marL="45720" marR="45720" marT="27432" marB="27432">
                    <a:solidFill>
                      <a:srgbClr val="427E7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FFFFFF"/>
                          </a:solidFill>
                        </a:defRPr>
                      </a:pPr>
                      <a:r>
                        <a:t>Evidence check</a:t>
                      </a:r>
                    </a:p>
                  </a:txBody>
                  <a:tcPr marL="45720" marR="45720" marT="27432" marB="27432">
                    <a:solidFill>
                      <a:srgbClr val="427E78"/>
                    </a:solidFill>
                  </a:tcPr>
                </a:tc>
              </a:tr>
              <a:tr h="62048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Problem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Wrong label applied to packed cartons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Pareto category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</a:tr>
              <a:tr h="62048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Why 1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Operator selected wrong label roll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Observed case review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</a:tr>
              <a:tr h="62048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Why 2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Similar rolls stored together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Storage check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</a:tr>
              <a:tr h="62048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Why 3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No visual separation standard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SOP review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</a:tr>
              <a:tr h="62048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Why 4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Storage standard was never updated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Owner interview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</a:tr>
              <a:tr h="62049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Why 5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Change-control step missing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Procedure audit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0" y="1645920"/>
            <a:ext cx="4937760" cy="434340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How to use this template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Replace the sample rows with project data.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Keep the method labels and review fields.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Move the summarized result into the project slide.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Preserve evidence notes for review.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5_whys_method_template | 5_whys | Final data-dependent evidence belongs in the evidence package.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QCC stage fit and required inputs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5 Whys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QCC stage fit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Analyze Causes: deepen one selected problem or cause.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Use after 5W2H, Pareto, or Fishbone narrows focus.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A why chain needs evidence before countermeasures.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Required inputs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Narrow starting problem.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Why answers and evidence checks.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Candidate root cause.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Source, date range, and verification status.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5_whys_method_template | 5_whys | Final data-dependent evidence belongs in the evidence package.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When to use and when not to 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5 Whys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When to use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The team can follow one cause chain.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Each answer can be checked.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The output will guide verification or countermeasures.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When not to use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The problem has many independent branches.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Answers are opinions with no evidence path.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The fifth answer is assumed true without verification.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5_whys_method_template | 5_whys | Final data-dependent evidence belongs in the evidence package.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Blank working slide or worksheet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5 Whys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Completed demo example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Review the completed demo example before editing.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DEMO EXAMPLE - not project evidence.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Copy the blank working slide or worksheet for project use.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Replace demo text with project facts.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Blank working slide or worksheet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Keep method labels visible.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Record source and date range.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Write Key conclusion.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Write Next action.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5_whys_method_template | 5_whys | Final data-dependent evidence belongs in the evidence package.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Interpretation patterns and common mistakes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5 Whys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Interpretation patterns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Cause chain: summarize the evidence-backed path.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Root-cause candidate: name the cause and verification status.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Next action: verify the link or design a countermeasure.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Caution: the worksheet does not prove root cause by count of whys.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Common mistakes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Branching into multiple problems.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Skipping evidence checks.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Stopping at a convenient answer.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Treating demo content as project evidence.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5_whys_method_template | 5_whys | Final data-dependent evidence belongs in the evidence package.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Facilitator checklist and Python assist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5 Whys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Facilitator checklist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Starting problem is narrow.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Source and date range shown for evidence checks.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Each why follows from the previous answer.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Key conclusion and next action are written.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Python assist decision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PowerPoint is enough for teaching, draft, and normal 5 Whys use.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Python is not normally needed for this reasoning worksheet.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Use Python later only to summarize verification data.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High-rigor data claims need a validated path.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5_whys_method_template | 5_whys | Final data-dependent evidence belongs in the evidence package.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Evidence/source note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5 Whys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Evidence levels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Level 1: teaching/draft PowerPoint edits.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Level 2: normal project with source and checklist evidence.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Level 3: formal review with source data and versioned template.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Level 4: audit/high-risk reproducible evidence.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Evidence/source note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Record source.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Record date range.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Record evidence checks and assumptions.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Record prepared by/date.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5_whys_method_template | 5_whys | Final data-dependent evidence belongs in the evidence package.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DEMO EXAMPLE - not project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5 Whys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051560"/>
            <a:ext cx="3840480" cy="329184"/>
          </a:xfrm>
          <a:prstGeom prst="roundRect">
            <a:avLst/>
          </a:prstGeom>
          <a:solidFill>
            <a:srgbClr val="FFF2CC"/>
          </a:solidFill>
          <a:ln>
            <a:solidFill>
              <a:srgbClr val="D69F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664B11"/>
                </a:solidFill>
              </a:rPr>
              <a:t>DEMO EXAMPLE - not project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5394960" cy="42062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Demo structure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Change data only: replace the why-chain answers and evidence checks.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Problem: {{problem}}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Why chain: {{why_chain}}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Root cause: {{root_cause}}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Verification: {{verification}}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1691640"/>
            <a:ext cx="4892040" cy="42062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Reserved placeholders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{{method_name}}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{{qcc_stage}}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{{demo_label}}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{{problem}}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{{why_chain}}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{{root_cause}}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{{verification}}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5_whys_method_template | 5_whys | Final data-dependent evidence belongs in the evidence package.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Blank working slide or worksheet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5 Whys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051560"/>
            <a:ext cx="4754880" cy="329184"/>
          </a:xfrm>
          <a:prstGeom prst="roundRect">
            <a:avLst/>
          </a:prstGeom>
          <a:solidFill>
            <a:srgbClr val="FFF2CC"/>
          </a:solidFill>
          <a:ln>
            <a:solidFill>
              <a:srgbClr val="D69F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664B11"/>
                </a:solidFill>
              </a:rPr>
              <a:t>Replace demo content with project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5394960" cy="42062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Project slide checklist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Project title: [selected problem or cause]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Worksheet: replace demo why-chain answers.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Source: [observation, interview, record, or verification check]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Date range: [when evidence was checked]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Key conclusion: [candidate root cause and evidence status]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Next action: [verify cause or design countermeasure]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Prepared by/date: [name and date]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1691640"/>
            <a:ext cx="4892040" cy="42062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Reserved placeholders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{{method_name}}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{{qcc_stage}}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{{demo_label}}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{{problem}}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{{why_chain}}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{{root_cause}}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{{verification}}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5_whys_method_template | 5_whys | Final data-dependent evidence belongs in the evidence package.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5 Whys QCC Method Template</dc:title>
  <dc:subject>QCC Toolkit method template</dc:subject>
  <dc:creator/>
  <cp:keywords>qcc, 5_whys, 5_whys_method_template, DEMO EXAMPLE</cp:keywords>
  <dc:description>Generated by tools/build_ppt_templates.py from template catalog and reviewable Markdown source notes.</dc:description>
  <cp:lastModifiedBy>QCC Toolkit</cp:lastModifiedBy>
  <cp:revision>1</cp:revision>
  <dcterms:created xsi:type="dcterms:W3CDTF">2026-07-08T00:00:00Z</dcterms:created>
  <dcterms:modified xsi:type="dcterms:W3CDTF">2026-07-08T00:00:00Z</dcterms:modified>
  <cp:category/>
</cp:coreProperties>
</file>