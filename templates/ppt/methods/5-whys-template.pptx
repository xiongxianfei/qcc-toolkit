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5 Whys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QCC method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46520" y="1325880"/>
            <a:ext cx="4709160" cy="1143000"/>
          </a:xfrm>
          <a:prstGeom prst="rect">
            <a:avLst/>
          </a:prstGeom>
          <a:solidFill>
            <a:srgbClr val="EEF4F3"/>
          </a:solidFill>
          <a:ln>
            <a:solidFill>
              <a:srgbClr val="AAC3BE"/>
            </a:solidFill>
          </a:ln>
        </p:spPr>
        <p:txBody>
          <a:bodyPr wrap="square" lIns="73152" rIns="73152">
            <a:spAutoFit/>
          </a:bodyPr>
          <a:lstStyle/>
          <a:p>
            <a:r>
              <a:rPr sz="1200" b="0">
                <a:solidFill>
                  <a:srgbClr val="2D3741"/>
                </a:solidFill>
              </a:rPr>
              <a:t>template_id: 5_whys_method_template
method_id: 5_whys
qcc_stage: Analyze Causes
{{method_name}} | {{qcc_stage}} | {{demo_label}}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12064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232D37"/>
                </a:solidFill>
              </a:rPr>
              <a:t>Trace a problem through evidence-backed why links.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5303520" cy="23774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Template rules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PowerPoint teaches and presents.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Markdown governs method knowledge.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Python generates data-dependent evidence.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Final project slides must preserve evidence references.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063240"/>
            <a:ext cx="5303520" cy="23774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Placeholders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{{method_name}}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{{qcc_stage}}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{{demo_label}}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{{problem}}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{{why_chain}}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{{root_cause}}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{{verification}}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5_whys_method_template | 5_whys | Final data-dependent evidence belongs in the evidence package.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DATA ENTRY - replace why-chain answers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5 Whys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4572000" cy="329184"/>
          </a:xfrm>
          <a:prstGeom prst="roundRect">
            <a:avLst/>
          </a:prstGeom>
          <a:solidFill>
            <a:srgbClr val="FFF2CC"/>
          </a:solidFill>
          <a:ln>
            <a:solidFill>
              <a:srgbClr val="D69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664B11"/>
                </a:solidFill>
              </a:rPr>
              <a:t>Change data only - keep layout and labels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54864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204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 marL="45720" marR="45720" marT="27432" marB="27432">
                    <a:solidFill>
                      <a:srgbClr val="427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Why answer</a:t>
                      </a:r>
                    </a:p>
                  </a:txBody>
                  <a:tcPr marL="45720" marR="45720" marT="27432" marB="27432">
                    <a:solidFill>
                      <a:srgbClr val="427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Evidence check</a:t>
                      </a:r>
                    </a:p>
                  </a:txBody>
                  <a:tcPr marL="45720" marR="45720" marT="27432" marB="27432">
                    <a:solidFill>
                      <a:srgbClr val="427E78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 marL="45720" marR="45720" marT="27432" marB="27432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Wrong label applied to packed cartons</a:t>
                      </a:r>
                    </a:p>
                  </a:txBody>
                  <a:tcPr marL="45720" marR="45720" marT="27432" marB="27432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Pareto category</a:t>
                      </a:r>
                    </a:p>
                  </a:txBody>
                  <a:tcPr marL="45720" marR="45720" marT="27432" marB="27432">
                    <a:solidFill>
                      <a:srgbClr val="F8F9F7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Why 1</a:t>
                      </a:r>
                    </a:p>
                  </a:txBody>
                  <a:tcPr marL="45720" marR="45720" marT="27432" marB="27432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Operator selected wrong label roll</a:t>
                      </a:r>
                    </a:p>
                  </a:txBody>
                  <a:tcPr marL="45720" marR="45720" marT="27432" marB="27432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Observed case review</a:t>
                      </a:r>
                    </a:p>
                  </a:txBody>
                  <a:tcPr marL="45720" marR="45720" marT="27432" marB="27432">
                    <a:solidFill>
                      <a:srgbClr val="EEF4F3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Why 2</a:t>
                      </a:r>
                    </a:p>
                  </a:txBody>
                  <a:tcPr marL="45720" marR="45720" marT="27432" marB="27432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Similar rolls stored together</a:t>
                      </a:r>
                    </a:p>
                  </a:txBody>
                  <a:tcPr marL="45720" marR="45720" marT="27432" marB="27432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Storage check</a:t>
                      </a:r>
                    </a:p>
                  </a:txBody>
                  <a:tcPr marL="45720" marR="45720" marT="27432" marB="27432">
                    <a:solidFill>
                      <a:srgbClr val="F8F9F7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Why 3</a:t>
                      </a:r>
                    </a:p>
                  </a:txBody>
                  <a:tcPr marL="45720" marR="45720" marT="27432" marB="27432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No visual separation standard</a:t>
                      </a:r>
                    </a:p>
                  </a:txBody>
                  <a:tcPr marL="45720" marR="45720" marT="27432" marB="27432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SOP review</a:t>
                      </a:r>
                    </a:p>
                  </a:txBody>
                  <a:tcPr marL="45720" marR="45720" marT="27432" marB="27432">
                    <a:solidFill>
                      <a:srgbClr val="EEF4F3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Why 4</a:t>
                      </a:r>
                    </a:p>
                  </a:txBody>
                  <a:tcPr marL="45720" marR="45720" marT="27432" marB="27432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Storage standard was never updated</a:t>
                      </a:r>
                    </a:p>
                  </a:txBody>
                  <a:tcPr marL="45720" marR="45720" marT="27432" marB="27432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Owner interview</a:t>
                      </a:r>
                    </a:p>
                  </a:txBody>
                  <a:tcPr marL="45720" marR="45720" marT="27432" marB="27432">
                    <a:solidFill>
                      <a:srgbClr val="F8F9F7"/>
                    </a:solidFill>
                  </a:tcPr>
                </a:tc>
              </a:tr>
              <a:tr h="62049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Why 5</a:t>
                      </a:r>
                    </a:p>
                  </a:txBody>
                  <a:tcPr marL="45720" marR="45720" marT="27432" marB="27432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Change-control step missing</a:t>
                      </a:r>
                    </a:p>
                  </a:txBody>
                  <a:tcPr marL="45720" marR="45720" marT="27432" marB="27432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Procedure audit</a:t>
                      </a:r>
                    </a:p>
                  </a:txBody>
                  <a:tcPr marL="45720" marR="45720" marT="27432" marB="27432"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645920"/>
            <a:ext cx="4937760" cy="434340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How to use this template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Replace the sample rows with project data.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Keep the method labels and review fields.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Move the summarized result into the project slide.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Preserve evidence notes for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5_whys_method_template | 5_whys | Final data-dependent evidence belongs in the evidence package.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DEMO EXAMPLE - not project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5 Whys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3840480" cy="329184"/>
          </a:xfrm>
          <a:prstGeom prst="roundRect">
            <a:avLst/>
          </a:prstGeom>
          <a:solidFill>
            <a:srgbClr val="FFF2CC"/>
          </a:solidFill>
          <a:ln>
            <a:solidFill>
              <a:srgbClr val="D69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664B11"/>
                </a:solidFill>
              </a:rPr>
              <a:t>DEMO EXAMPLE - not project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9496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Demo structure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Change data only: replace the why-chain answers and evidence checks.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Problem: {{problem}}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Why chain: {{why_chain}}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Root cause: {{root_cause}}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Verification: {{verification}}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489204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Reserved placeholders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{{method_name}}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{{qcc_stage}}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{{demo_label}}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{{problem}}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{{why_chain}}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{{root_cause}}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{{verification}}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5_whys_method_template | 5_whys | Final data-dependent evidence belongs in the evidence package.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Project Why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5 Whys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4754880" cy="329184"/>
          </a:xfrm>
          <a:prstGeom prst="roundRect">
            <a:avLst/>
          </a:prstGeom>
          <a:solidFill>
            <a:srgbClr val="FFF2CC"/>
          </a:solidFill>
          <a:ln>
            <a:solidFill>
              <a:srgbClr val="D69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664B11"/>
                </a:solidFill>
              </a:rPr>
              <a:t>Replace demo content with project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9496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Project slide checklist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Replace the rows with project why answers.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State the candidate root cause in {{root_cause}}.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Record evidence status in {{verification}}.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489204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Reserved placeholders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{{method_name}}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{{qcc_stage}}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{{demo_label}}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{{problem}}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{{why_chain}}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{{root_cause}}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{{verification}}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5_whys_method_template | 5_whys | Final data-dependent evidence belongs in the evidence package.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Whys QCC Method Template</dc:title>
  <dc:subject>QCC Toolkit method template</dc:subject>
  <dc:creator/>
  <cp:keywords>qcc, 5_whys, 5_whys_method_template, DEMO EXAMPLE</cp:keywords>
  <dc:description>Generated by tools/build_ppt_templates.py from template catalog and reviewable Markdown source notes.</dc:description>
  <cp:lastModifiedBy>QCC Toolkit</cp:lastModifiedBy>
  <cp:revision>1</cp:revision>
  <dcterms:created xsi:type="dcterms:W3CDTF">2026-07-08T00:00:00Z</dcterms:created>
  <dcterms:modified xsi:type="dcterms:W3CDTF">2026-07-08T00:00:00Z</dcterms:modified>
  <cp:category/>
</cp:coreProperties>
</file>