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5 Whys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5_whys_method_template
method_id: 5_whys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Trace a problem through evidence-backed why 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Problem: 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Why chain: 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Root cause: 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Verification: {{verification}}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Why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Start with the specific problem in {{problem}}.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Build the cause chain in {{why_chain}}.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State the candidate root cause in {{root_cause}}.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evidence status in {{verification}}.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 Whys QCC Method Template</dc:title>
  <dc:subject>QCC Toolkit method template</dc:subject>
  <dc:creator/>
  <cp:keywords>qcc, 5_whys, 5_whys_method_template,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