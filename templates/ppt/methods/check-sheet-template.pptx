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Check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check_sheet_method_template
method_id: check_sheet
qcc_stage: Understand Current Condition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Collect defects or events consistently before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{{review_notes}}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check items and tallies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771"/>
                <a:gridCol w="783771"/>
                <a:gridCol w="783771"/>
                <a:gridCol w="783771"/>
                <a:gridCol w="783771"/>
                <a:gridCol w="783771"/>
                <a:gridCol w="783774"/>
              </a:tblGrid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Check item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label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Missing label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Damaged barcode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carton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the check items and daily tallies.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Check item: 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Tally area: 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Collection notes: {{review_notes}}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{{review_notes}}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Project Check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rows with the project check items.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Update counts in the tally columns.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Capture collection limits in {{review_notes}}.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{{review_notes}}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 Sheet QCC Method Template</dc:title>
  <dc:subject>QCC Toolkit method template</dc:subject>
  <dc:creator/>
  <cp:keywords>qcc, check_sheet, check_sheet_method_template,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