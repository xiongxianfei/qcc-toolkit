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Check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QCC method template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4709160" cy="1143000"/>
          </a:xfrm>
          <a:prstGeom prst="rect">
            <a:avLst/>
          </a:prstGeom>
          <a:solidFill>
            <a:srgbClr val="EEF4F3"/>
          </a:solidFill>
          <a:ln>
            <a:solidFill>
              <a:srgbClr val="AAC3BE"/>
            </a:solidFill>
          </a:ln>
        </p:spPr>
        <p:txBody>
          <a:bodyPr wrap="square" lIns="73152" rIns="73152">
            <a:spAutoFit/>
          </a:bodyPr>
          <a:lstStyle/>
          <a:p>
            <a:r>
              <a:rPr sz="1200" b="0">
                <a:solidFill>
                  <a:srgbClr val="2D3741"/>
                </a:solidFill>
              </a:rPr>
              <a:t>template_id: check_sheet_method_template
method_id: check_sheet
qcc_stage: Understand Current Condition
{{method_name}} | {{qcc_stage}} | {{demo_label}}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1143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232D37"/>
                </a:solidFill>
              </a:rPr>
              <a:t>Collect defects or events consistently before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Template rules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PowerPoint teaches and presents.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Markdown governs method knowledge.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Python generates data-dependent evidence.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Final project slides must preserve evidence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3063240"/>
            <a:ext cx="5303520" cy="23774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{{check_item}}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{{tally_area}}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{{review_notes}}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check_sheet_method_template | check_sheet | Final data-dependent evidence belongs in the evidence package.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DEMO EXAMPLE - not project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Check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38404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DEMO EXAMPLE - not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Demo structure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Check item: {{check_item}}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Tally area: {{tally_area}}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Collection notes: {{review_notes}}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{{check_item}}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{{tally_area}}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{{review_notes}}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check_sheet_method_template | check_sheet | Final data-dependent evidence belongs in the evidence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321040" cy="42062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2400" b="1">
                <a:solidFill>
                  <a:srgbClr val="1B2733"/>
                </a:solidFill>
              </a:rPr>
              <a:t>Project Check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7772400" cy="237744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1100" b="0">
                <a:solidFill>
                  <a:srgbClr val="5A636C"/>
                </a:solidFill>
              </a:rPr>
              <a:t>Check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41832"/>
            <a:ext cx="11155680" cy="27432"/>
          </a:xfrm>
          <a:prstGeom prst="rect">
            <a:avLst/>
          </a:prstGeom>
          <a:solidFill>
            <a:srgbClr val="42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051560"/>
            <a:ext cx="4754880" cy="329184"/>
          </a:xfrm>
          <a:prstGeom prst="roundRect">
            <a:avLst/>
          </a:prstGeom>
          <a:solidFill>
            <a:srgbClr val="FFF2CC"/>
          </a:solidFill>
          <a:ln>
            <a:solidFill>
              <a:srgbClr val="D69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664B11"/>
                </a:solidFill>
              </a:rPr>
              <a:t>Replace demo content with project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Project slide checklist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Define the item being counted in {{check_item}}.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Record counts or tallies in {{tally_area}}.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Capture collection limits in {{review_notes}}.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691640"/>
            <a:ext cx="4892040" cy="4206240"/>
          </a:xfrm>
          <a:prstGeom prst="roundRect">
            <a:avLst/>
          </a:prstGeom>
          <a:solidFill>
            <a:srgbClr val="F8F9F7"/>
          </a:solidFill>
          <a:ln>
            <a:solidFill>
              <a:srgbClr val="BEC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64592" rIns="164592" tIns="128016"/>
          <a:lstStyle/>
          <a:p>
            <a:pPr algn="ctr"/>
            <a:r>
              <a:rPr b="1" sz="1500">
                <a:solidFill>
                  <a:srgbClr val="1B2733"/>
                </a:solidFill>
              </a:rPr>
              <a:t>Reserved placeholders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{{method_name}}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{{qcc_stage}}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{{demo_label}}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{{check_item}}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{{tally_area}}</a:t>
            </a:r>
          </a:p>
          <a:p>
            <a:pPr>
              <a:defRPr sz="1100">
                <a:solidFill>
                  <a:srgbClr val="2D3741"/>
                </a:solidFill>
              </a:defRPr>
            </a:pPr>
            <a:r>
              <a:t>{{review_notes}}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0881360" cy="2286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r>
              <a:rPr sz="800" b="0">
                <a:solidFill>
                  <a:srgbClr val="697077"/>
                </a:solidFill>
              </a:rPr>
              <a:t>check_sheet_method_template | check_sheet | Final data-dependent evidence belongs in the evidence package.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 Sheet QCC Method Template</dc:title>
  <dc:subject>QCC Toolkit method template</dc:subject>
  <dc:creator/>
  <cp:keywords>qcc, check_sheet, check_sheet_method_template, DEMO EXAMPLE</cp:keywords>
  <dc:description>Generated by tools/build_ppt_templates.py from template catalog and reviewable Markdown source notes.</dc:description>
  <cp:lastModifiedBy>QCC Toolkit</cp:lastModifiedBy>
  <cp:revision>1</cp:revision>
  <dcterms:created xsi:type="dcterms:W3CDTF">2026-07-08T00:00:00Z</dcterms:created>
  <dcterms:modified xsi:type="dcterms:W3CDTF">2026-07-08T00:00:00Z</dcterms:modified>
  <cp:category/>
</cp:coreProperties>
</file>