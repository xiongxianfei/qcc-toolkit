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Fishbone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QCC method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46520" y="1325880"/>
            <a:ext cx="4709160" cy="1143000"/>
          </a:xfrm>
          <a:prstGeom prst="rect">
            <a:avLst/>
          </a:prstGeom>
          <a:solidFill>
            <a:srgbClr val="EEF4F3"/>
          </a:solidFill>
          <a:ln>
            <a:solidFill>
              <a:srgbClr val="AAC3BE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200" b="0">
                <a:solidFill>
                  <a:srgbClr val="2D3741"/>
                </a:solidFill>
              </a:rPr>
              <a:t>template_id: fishbone_diagram_method_template
method_id: fishbone_diagram
qcc_stage: Analyze Causes
{{method_name}} | {{qcc_stage}} | {{demo_label}}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232D37"/>
                </a:solidFill>
              </a:rPr>
              <a:t>Organize suspected causes before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Template rules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PowerPoint teaches and presents.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Markdown governs method knowledge.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Python generates data-dependent evidence.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Final project slides must preserve evidence 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{{effect_statement}}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{{cause_branches}}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{{verified_causes}}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fishbone_diagram_method_template | fishbone_diagram | Final data-dependent evidence belongs in the evidence package.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DEMO EXAMPLE - not project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Fishbone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8404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DEMO EXAMPLE - not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Demo structure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Effect statement: {{effect_statement}}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Cause branches: {{cause_branches}}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Verified causes: {{verified_causes}}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{{effect_statement}}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{{cause_branches}}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{{verified_causes}}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fishbone_diagram_method_template | fishbone_diagram | Final data-dependent evidence belongs in the evidence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Project Cause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Fishbone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47548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Replace demo content with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Project slide checklist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Place the effect in {{effect_statement}}.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Group suspected causes in {{cause_branches}}.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Separate verified causes in {{verified_causes}}.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{{effect_statement}}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{{cause_branches}}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{{verified_causes}}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fishbone_diagram_method_template | fishbone_diagram | Final data-dependent evidence belongs in the evidence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Fishbone Diagram QCC Method Template</dc:title>
  <dc:subject>QCC Toolkit method template</dc:subject>
  <dc:creator/>
  <cp:keywords>qcc, fishbone_diagram, fishbone_diagram_method_template, DEMO EXAMPLE</cp:keywords>
  <dc:description>Generated by tools/build_ppt_templates.py from template catalog and reviewable Markdown source notes.</dc:description>
  <cp:lastModifiedBy>QCC Toolkit</cp:lastModifiedBy>
  <cp:revision>1</cp:revision>
  <dcterms:created xsi:type="dcterms:W3CDTF">2026-07-08T00:00:00Z</dcterms:created>
  <dcterms:modified xsi:type="dcterms:W3CDTF">2026-07-08T00:00:00Z</dcterms:modified>
  <cp:category/>
</cp:coreProperties>
</file>