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fishbone_diagram_method_template
method_id: fishbone_diagram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Organize suspected causes before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cause statements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Suspected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/ verification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Label check happens after boxing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in flow walk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is easy to miss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Needs confirmation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Material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label roll colors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Photo evidence needed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New operators rotate into station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Training record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Work table has mixed SKU paperwork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note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branch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statement: 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branches: 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Verified causes: {{verified_causes}}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Cause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suspected-cause rows with project observations.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unverified and verified causes separate.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Summarize verified causes in {{verified_causes}}.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Fishbone Diagram QCC Method Template</dc:title>
  <dc:subject>QCC Toolkit method template</dc:subject>
  <dc:creator/>
  <cp:keywords>qcc, fishbone_diagram, fishbone_diagram_method_template,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