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Fishbone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fishbone_diagram_method_template
method_id: fishbone_diagram
qcc_stage: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Purpose: organize suspected causes before verification.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cause statements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Branch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Suspected cause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Evidence / verification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Label check happens after boxing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Observed in flow walk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Machine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Scanner warning is easy to miss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Needs confirmation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Material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Similar label roll colors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Photo evidence needed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People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New operators rotate into station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Training record review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Environment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Work table has mixed SKU paperwork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Gemba note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How to use this template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the method labels and review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the summarized result into the project slide.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evidence notes for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QCC stage fit and required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QCC stage fit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Analyze Causes: organize suspected causes for one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after the problem and baseline evidence are clear.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diagram is a hypothesis map, not proof.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Required inputs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One clear effect statement.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branches that fit the process.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Suspected causes and evidence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Source, date range, and verification plan.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When to use and when not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to organize many possible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Several process factors may contribute to the effect.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Follow-up verification can be assigned.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not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effect statement is vague or mixed.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wants to vote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slide is being used as verified root-cause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Completed demo example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Review the completed demo example before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DEMO EXAMPLE - not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Copy the blank working slide or worksheet for project 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demo text with project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Blank working slide or worksheet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method labels visible.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 and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Key conclusion.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Next 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Interpretation patterns and 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Interpretation patterns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map: name the highest-priority branches.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Verification decision: list causes to test next.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run 5 Whys or data checks for selected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Caution: suspected causes remain unverified until tested.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Common mistakes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Mixing several effects on one diagram.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Listing symptoms as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Marking causes verified without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Treating demo content as project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Facilitator checklist and Python assist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Facilitator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Effect statement matches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 and date range or session date shown.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Suspected and verified causes are separated.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 and next action are 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Python assist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is enough for teaching, draft, and diagram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is not normally needed for this visual method.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Python later only to summarize verification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High-rigor data claims need a validated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Evidence/source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 levels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1: teaching/draft PowerPoint edits.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2: normal project with source and checklist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formal review with source data and versioned template.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audit/high-risk reproducible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Evidence/source note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date range or session date.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assumptions and verification status.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prepared by/date.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replace branch causes and evidence notes.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Effect statement: 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branches: 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Verified causes: {{verified_causes}}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Fishbone Diagram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Project title: [effect statement]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Diagram: replace demo branches and causes.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[team session, gemba notes, or evidence review]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range: [problem period or session date]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conclusion: [which causes need verification]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[5 Whys, data check, or verification plan]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by/date: [name and date]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{{effect_statement}}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{{cause_branches}}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{{verified_causes}}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fishbone_diagram_method_template | fishbone_diagram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Fishbone Diagram QCC Method Template</dc:title>
  <dc:subject>QCC Toolkit method template</dc:subject>
  <dc:creator/>
  <cp:keywords>qcc, fishbone_diagram, fishbone_diagram_method_template,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