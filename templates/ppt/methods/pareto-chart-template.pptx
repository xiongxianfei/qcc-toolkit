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Wrong label</c:v>
                </c:pt>
                <c:pt idx="1">
                  <c:v>Missing label</c:v>
                </c:pt>
                <c:pt idx="2">
                  <c:v>Damaged barcode</c:v>
                </c:pt>
                <c:pt idx="3">
                  <c:v>Wrong carton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27</c:v>
                </c:pt>
                <c:pt idx="2">
                  <c:v>18</c:v>
                </c:pt>
                <c:pt idx="3">
                  <c:v>9</c:v>
                </c:pt>
                <c:pt idx="4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Pareto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pareto_chart_method_template
method_id: pareto_chart
qcc_stage: Understand Current Condition / Analyze Causes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Purpose: identify the vital few categories from counted project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{{chart_image}}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{{calculated_table}}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{{caption}}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{{data_context}}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{{warnings}}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DATA ENTRY - PowerPoint Edit Data - replace categories and counts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57200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Change data only - keep layout and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54864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Defect category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Count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Wrong label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Missing label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Damaged barcode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Wrong carton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Other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0" y="1645920"/>
          <a:ext cx="49377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4800600"/>
            <a:ext cx="4937760" cy="64008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05860"/>
                </a:solidFill>
              </a:rPr>
              <a:t>Use PowerPoint Edit Data for draft visuals. Use Python-generated evidence for final QCC conclusions.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QCC stage fit and required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QCC stage fit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Understand Current Condition: rank baseline categories.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Analyze Causes: choose where cause analysis starts.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Pareto shows concentration, not root cause.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Required inputs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Category and count.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Non-overlapping categories.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Consistent data period.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Source, date range, filters, and calculation notes.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When to use and when not to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Defect, complaint, delay, or event categories can be counted.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needs a focus decision before deeper analysis.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Small category-count data can be edited in PowerPoint.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not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Categories overlap or were changed after seeing the answer.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Data periods are mixed.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needs proof of root cause.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conclusion is high-rigor without reproducible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PowerPoint edit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Edit chart data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Right-click the chart and choose Edit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demo categories and counts.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Sort counts descending.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Verify formula cells were not overwritten.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Review before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source and date range visible.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Do not present demo data as project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Check cumulative values if used.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Key finding and Next 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Interpretation patterns and common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Interpretation patterns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Largest contributor: name the top category and count.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Top-three share: state combined contribution.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Focus decision: name the next method.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Caution: Pareto does not prove root cause.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Common mistakes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Unsorted bars.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Overlapping categories.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Mixed time periods.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Missing source or 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Demo data used as project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Facilitator checklist and Python assist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Facilitator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 and date range shown.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Categories clear and non-overlapping.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Counts sorted descending.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Conclusion and next action written.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Python assist decision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PowerPoint: training, draft, and small counted tables.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Python: raw logs, repeated generation, validation-heavy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3: Python recommended for raw or repeated chart methods.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4: reproducible evidence package or validated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Evidence/source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 levels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1: teaching/draft PowerPoint edits.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2: normal project with source and checklist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3: formal review with source data and calculation table.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4: audit/high-risk reproducible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Record on the slide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Filters and assumptions.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Calculation notes.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Prepared by/date.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Completed demo example - 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Change data only: edit the chart data table or regenerate from Python.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Generated chart image slot: {{chart_image}}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Calculated table reference: {{calculated_table}}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Caption from evidence package: {{caption}}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Data context and filters: {{data_context}}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Warnings and cautions: {{warnings}}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{{chart_image}}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{{calculated_table}}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{{caption}}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{{data_context}}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{{warnings}}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copyable project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Project title: [problem and period]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Chart area: replace demo data or insert generated chart.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Source: [system, sheet, or log owner]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range: [start to end]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finding: [largest contributor or top-three share]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[Fishbone, 5 Whys, or containment check]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Prepared by/date: [name and date]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{{chart_image}}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{{calculated_table}}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{{caption}}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{{data_context}}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{{warnings}}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Pareto Chart QCC Method Template</dc:title>
  <dc:subject>QCC Toolkit method template</dc:subject>
  <dc:creator/>
  <cp:keywords>qcc, pareto_chart, pareto_chart_method_template,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