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Wrong label</c:v>
                </c:pt>
                <c:pt idx="1">
                  <c:v>Missing label</c:v>
                </c:pt>
                <c:pt idx="2">
                  <c:v>Damaged barcode</c:v>
                </c:pt>
                <c:pt idx="3">
                  <c:v>Wrong carton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27</c:v>
                </c:pt>
                <c:pt idx="2">
                  <c:v>18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Wrong label</c:v>
                </c:pt>
                <c:pt idx="1">
                  <c:v>Missing label</c:v>
                </c:pt>
                <c:pt idx="2">
                  <c:v>Damaged barcode</c:v>
                </c:pt>
                <c:pt idx="3">
                  <c:v>Wrong carton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27</c:v>
                </c:pt>
                <c:pt idx="2">
                  <c:v>18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Pareto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pareto_chart_method_template
method_id: pareto_chart
qcc_stage: Understand Current Condition /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identify the vital few categories from counted project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PowerPoint Edit Data - replace categories and counts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Defect category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label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Missing label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Damaged barcode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carton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Other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0" y="1645920"/>
          <a:ext cx="49377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4800600"/>
            <a:ext cx="4937760" cy="64008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05860"/>
                </a:solidFill>
              </a:rPr>
              <a:t>Use PowerPoint Edit Data for draft visuals. Use Python-generated evidence for final QCC conclusions.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Understand Current Condition: rank baseline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Analyze Causes: choose where cause analysis starts.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Pareto shows concentration, not root cause.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Category and count.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Non-overlapping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Consistent data period.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Source, date range, filters, and calculation notes.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Defect, complaint, delay, or event categories can be counted.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a focus decision before deeper analysis.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Small category-count data can be edited in PowerPoint.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Categories overlap or were changed after seeing the answer.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Data periods are mixed.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proof of root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conclusion is high-rigor without reproducible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PowerPoint edit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Edit chart data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Right-click the chart and choose Edit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categories and counts.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Sort counts descending.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Verify formula cells were not overwritten.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Review before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source and date range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present demo data as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Check cumulative values if used.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finding and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Chart decision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Decision supported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Choose the category or vital few for follow-up analysis.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Pattern to look for: dominant category, steep drop, or long tail.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method: Fishbone, 5 Whys, stratification, or containment.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Safe conclusion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Safe conclusion: counted problems are concentrated here.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Overclaim to avoid: Pareto does not prove root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claim stable improvement from one Pareto snapshot.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Chart variant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17320"/>
          <a:ext cx="530352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63640" y="1325880"/>
            <a:ext cx="5212080" cy="196596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Pareto variants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Simple count Pareto: draft focus decision.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Cumulative Pareto: top-share or threshold wording.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Before/after Pareto comparison: comparable periods only.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Focus annotation: mark selected vital few.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520440"/>
            <a:ext cx="5212080" cy="16916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 Python assist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Raw logs or repeated generation.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Validation-heavy data or many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reviewed evidence needing metadata.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754880"/>
            <a:ext cx="5303520" cy="82296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Focus annotation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Call out the selected vital few and the next method.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Chart quality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Chart fields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Filters.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Percent.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Cumulative percent.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Formula check.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Reviewer checks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Bars sorted descending.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Category definitions are clear.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Labels and counts are readable.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Formula cells were not overwritten.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finding and next action are 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Largest contributor: name the top category and count.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Top-three share: state combined contribution.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Focus decision: name the next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Pareto does not prove root cause.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Unsorted bars.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Overlapping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Mixed time periods.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Missing source or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data used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shown.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Categories clear and non-overlapping.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Counts sorted descending.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Conclusion and next action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PowerPoint: training, draft, and small counted tables.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Python: raw logs, repeated generation, validation-heavy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Python recommended for raw or repeated chart methods.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reproducible evidence package or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calculation table.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Record on the slide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Filters and assumptions.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Calculation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Completed demo example - 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edit the chart data table or regenerate from Python.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Generated chart image slot: 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Calculated table reference: 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Caption from evidence package: 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Data context and filters: 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Warnings and cautions: {{warnings}}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copyable project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[problem and period]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Chart area: replace demo data or insert generated chart.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[system, sheet, or log owner]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[start to end]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finding: [largest contributor or top-three share]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[Fishbone, 5 Whys, or containment check]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Pareto Chart QCC Method Template</dc:title>
  <dc:subject>QCC Toolkit method template</dc:subject>
  <dc:creator/>
  <cp:keywords>qcc, pareto_chart, pareto_chart_method_template,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