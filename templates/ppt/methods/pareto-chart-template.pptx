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Pareto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QCC method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4709160" cy="1143000"/>
          </a:xfrm>
          <a:prstGeom prst="rect">
            <a:avLst/>
          </a:prstGeom>
          <a:solidFill>
            <a:srgbClr val="EEF4F3"/>
          </a:solidFill>
          <a:ln>
            <a:solidFill>
              <a:srgbClr val="AAC3BE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2D3741"/>
                </a:solidFill>
              </a:rPr>
              <a:t>template_id: pareto_chart_method_template
method_id: pareto_chart
qcc_stage: Understand Current Condition / Analyze Causes
{{method_name}} | {{qcc_stage}} | {{demo_label}}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232D37"/>
                </a:solidFill>
              </a:rPr>
              <a:t>Identify the vital few defect categories from validated project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Template rules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teaches and presents.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Markdown governs method knowledge.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generates data-dependent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Final project slides must preserve evidence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{{chart_image}}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{{calculated_table}}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{{caption}}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{{data_context}}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{{warnings}}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pareto_chart_method_template | pareto_chart | Final data-dependent evidence belongs in the evidence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DEMO EXAMPLE - not project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Pareto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8404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DEMO EXAMPLE - not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Demo structure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Generated chart image slot: {{chart_image}}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Calculated table reference: {{calculated_table}}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Caption from evidence package: {{caption}}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Data context and filters: {{data_context}}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Warnings and cautions: {{warnings}}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{{chart_image}}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{{calculated_table}}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{{caption}}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{{data_context}}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{{warnings}}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pareto_chart_method_template | pareto_chart | Final data-dependent evidence belongs in the evidence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Project Pareto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Pareto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7548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Replace demo content with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Project slide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Insert generated chart image in {{chart_image}}.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Link table artifact in {{calculated_table}}.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Paste deterministic caption in {{caption}}.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Preserve source and filters in {{data_context}}.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Carry warning state in {{warnings}}.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{{chart_image}}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{{calculated_table}}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{{caption}}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{{data_context}}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{{warnings}}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pareto_chart_method_template | pareto_chart | Final data-dependent evidence belongs in the evidence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Pareto Chart QCC Method Template</dc:title>
  <dc:subject>QCC Toolkit method template</dc:subject>
  <dc:creator/>
  <cp:keywords>qcc, pareto_chart, pareto_chart_method_template, DEMO EXAMPLE</cp:keywords>
  <dc:description>Generated by tools/build_ppt_templates.py from template catalog and reviewable Markdown source notes.</dc:description>
  <cp:lastModifiedBy>QCC Toolkit</cp:lastModifiedBy>
  <cp:revision>1</cp:revision>
  <dcterms:created xsi:type="dcterms:W3CDTF">2026-07-08T00:00:00Z</dcterms:created>
  <dcterms:modified xsi:type="dcterms:W3CDTF">2026-07-08T00:00:00Z</dcterms:modified>
  <cp:category/>
</cp:coreProperties>
</file>