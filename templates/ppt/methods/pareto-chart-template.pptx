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Wrong label</c:v>
                </c:pt>
                <c:pt idx="1">
                  <c:v>Missing label</c:v>
                </c:pt>
                <c:pt idx="2">
                  <c:v>Damaged barcode</c:v>
                </c:pt>
                <c:pt idx="3">
                  <c:v>Wrong carton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27</c:v>
                </c:pt>
                <c:pt idx="2">
                  <c:v>18</c:v>
                </c:pt>
                <c:pt idx="3">
                  <c:v>9</c:v>
                </c:pt>
                <c:pt idx="4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Pareto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pareto_chart_method_template
method_id: pareto_chart
qcc_stage: Understand Current Condition /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Identify the vital few defect categories from validated project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{{warnings}}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defect categories and counts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Defect category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label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Missing label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Damaged barcode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carton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Other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0" y="1645920"/>
          <a:ext cx="49377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4800600"/>
            <a:ext cx="4937760" cy="64008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000" b="0">
                <a:solidFill>
                  <a:srgbClr val="505860"/>
                </a:solidFill>
              </a:rPr>
              <a:t>Use PowerPoint Edit Data for draft visuals. Use Python-generated evidence for final QCC conclusions.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edit the chart data table or regenerate from Python.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Generated chart image slot: 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Calculated table reference: 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Caption from evidence package: 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Data context and filters: 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Warnings and cautions: {{warnings}}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{{warnings}}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Project Pareto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Pareto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defect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For final evidence, regenerate the chart through Python.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Paste deterministic caption in {{caption}}.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source and filters in {{data_context}}.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Carry warning state in {{warnings}}.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{{chart_image}}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{{calculated_table}}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{{caption}}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{{data_context}}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{{warnings}}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pareto_chart_method_template | pareto_chart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Pareto Chart QCC Method Template</dc:title>
  <dc:subject>QCC Toolkit method template</dc:subject>
  <dc:creator/>
  <cp:keywords>qcc, pareto_chart, pareto_chart_method_template,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